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Lst>
  <p:sldSz cy="5143500" cx="9144000"/>
  <p:notesSz cx="6858000" cy="9144000"/>
  <p:embeddedFontLst>
    <p:embeddedFont>
      <p:font typeface="Figtree"/>
      <p:regular r:id="rId9"/>
      <p:bold r:id="rId10"/>
      <p:italic r:id="rId11"/>
      <p:boldItalic r:id="rId12"/>
    </p:embeddedFont>
    <p:embeddedFont>
      <p:font typeface="Jost Light"/>
      <p:regular r:id="rId13"/>
      <p:bold r:id="rId14"/>
      <p:italic r:id="rId15"/>
      <p:boldItalic r:id="rId16"/>
    </p:embeddedFont>
    <p:embeddedFont>
      <p:font typeface="Figtree Light"/>
      <p:regular r:id="rId17"/>
      <p:bold r:id="rId18"/>
      <p:italic r:id="rId19"/>
      <p:boldItalic r:id="rId20"/>
    </p:embeddedFont>
    <p:embeddedFont>
      <p:font typeface="Jos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Light-boldItalic.fntdata"/><Relationship Id="rId22" Type="http://schemas.openxmlformats.org/officeDocument/2006/relationships/font" Target="fonts/Jost-bold.fntdata"/><Relationship Id="rId21" Type="http://schemas.openxmlformats.org/officeDocument/2006/relationships/font" Target="fonts/Jost-regular.fntdata"/><Relationship Id="rId24" Type="http://schemas.openxmlformats.org/officeDocument/2006/relationships/font" Target="fonts/Jost-boldItalic.fntdata"/><Relationship Id="rId23" Type="http://schemas.openxmlformats.org/officeDocument/2006/relationships/font" Target="fonts/Jos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Figtre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font" Target="fonts/Figtree-italic.fntdata"/><Relationship Id="rId10" Type="http://schemas.openxmlformats.org/officeDocument/2006/relationships/font" Target="fonts/Figtree-bold.fntdata"/><Relationship Id="rId13" Type="http://schemas.openxmlformats.org/officeDocument/2006/relationships/font" Target="fonts/JostLight-regular.fntdata"/><Relationship Id="rId12" Type="http://schemas.openxmlformats.org/officeDocument/2006/relationships/font" Target="fonts/Figtree-boldItalic.fntdata"/><Relationship Id="rId15" Type="http://schemas.openxmlformats.org/officeDocument/2006/relationships/font" Target="fonts/JostLight-italic.fntdata"/><Relationship Id="rId14" Type="http://schemas.openxmlformats.org/officeDocument/2006/relationships/font" Target="fonts/JostLight-bold.fntdata"/><Relationship Id="rId17" Type="http://schemas.openxmlformats.org/officeDocument/2006/relationships/font" Target="fonts/FigtreeLight-regular.fntdata"/><Relationship Id="rId16" Type="http://schemas.openxmlformats.org/officeDocument/2006/relationships/font" Target="fonts/JostLight-boldItalic.fntdata"/><Relationship Id="rId19" Type="http://schemas.openxmlformats.org/officeDocument/2006/relationships/font" Target="fonts/FigtreeLight-italic.fntdata"/><Relationship Id="rId18" Type="http://schemas.openxmlformats.org/officeDocument/2006/relationships/font" Target="fonts/Figtree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26fcca27f80b8f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h26fcca27f80b8f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h26fcca27f80b8f84_0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h26fcca27f80b8f84_0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26fcca27f80b8f84_0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h26fcca27f80b8f84_0_1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 name="Google Shape;12;p2"/>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 name="Google Shape;13;p2"/>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14" name="Google Shape;14;p2"/>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15" name="Google Shape;15;p2"/>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16" name="Shape 16"/>
        <p:cNvGrpSpPr/>
        <p:nvPr/>
      </p:nvGrpSpPr>
      <p:grpSpPr>
        <a:xfrm>
          <a:off x="0" y="0"/>
          <a:ext cx="0" cy="0"/>
          <a:chOff x="0" y="0"/>
          <a:chExt cx="0" cy="0"/>
        </a:xfrm>
      </p:grpSpPr>
      <p:sp>
        <p:nvSpPr>
          <p:cNvPr id="17" name="Google Shape;17;p3"/>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8" name="Google Shape;18;p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9" name="Google Shape;19;p3"/>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0" name="Google Shape;20;p3"/>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21" name="Google Shape;21;p3"/>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2" name="Google Shape;22;p3"/>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3" name="Google Shape;23;p3"/>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4" name="Google Shape;24;p3"/>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5" name="Google Shape;25;p3"/>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6" name="Google Shape;26;p3"/>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7" name="Google Shape;27;p3"/>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8" name="Google Shape;28;p3"/>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29" name="Google Shape;29;p3"/>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0" name="Google Shape;30;p3"/>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1" name="Google Shape;31;p3"/>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2" name="Google Shape;32;p3"/>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3" name="Google Shape;33;p3"/>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34" name="Shape 34"/>
        <p:cNvGrpSpPr/>
        <p:nvPr/>
      </p:nvGrpSpPr>
      <p:grpSpPr>
        <a:xfrm>
          <a:off x="0" y="0"/>
          <a:ext cx="0" cy="0"/>
          <a:chOff x="0" y="0"/>
          <a:chExt cx="0" cy="0"/>
        </a:xfrm>
      </p:grpSpPr>
      <p:sp>
        <p:nvSpPr>
          <p:cNvPr id="35" name="Google Shape;35;p4"/>
          <p:cNvSpPr/>
          <p:nvPr>
            <p:ph idx="2" type="pic"/>
          </p:nvPr>
        </p:nvSpPr>
        <p:spPr>
          <a:xfrm>
            <a:off x="0" y="-9000"/>
            <a:ext cx="3054300" cy="3252900"/>
          </a:xfrm>
          <a:prstGeom prst="rect">
            <a:avLst/>
          </a:prstGeom>
          <a:noFill/>
          <a:ln>
            <a:noFill/>
          </a:ln>
        </p:spPr>
      </p:sp>
      <p:sp>
        <p:nvSpPr>
          <p:cNvPr id="36" name="Google Shape;36;p4"/>
          <p:cNvSpPr/>
          <p:nvPr>
            <p:ph idx="3" type="pic"/>
          </p:nvPr>
        </p:nvSpPr>
        <p:spPr>
          <a:xfrm>
            <a:off x="3044117" y="-9000"/>
            <a:ext cx="3054300" cy="3252900"/>
          </a:xfrm>
          <a:prstGeom prst="rect">
            <a:avLst/>
          </a:prstGeom>
          <a:noFill/>
          <a:ln>
            <a:noFill/>
          </a:ln>
        </p:spPr>
      </p:sp>
      <p:sp>
        <p:nvSpPr>
          <p:cNvPr id="37" name="Google Shape;37;p4"/>
          <p:cNvSpPr/>
          <p:nvPr>
            <p:ph idx="4" type="pic"/>
          </p:nvPr>
        </p:nvSpPr>
        <p:spPr>
          <a:xfrm>
            <a:off x="6088233" y="-9000"/>
            <a:ext cx="3054300" cy="3252900"/>
          </a:xfrm>
          <a:prstGeom prst="rect">
            <a:avLst/>
          </a:prstGeom>
          <a:noFill/>
          <a:ln>
            <a:noFill/>
          </a:ln>
        </p:spPr>
      </p:sp>
      <p:sp>
        <p:nvSpPr>
          <p:cNvPr id="38" name="Google Shape;38;p4"/>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39" name="Google Shape;39;p4"/>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0" name="Google Shape;40;p4"/>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1" name="Google Shape;41;p4"/>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42" name="Google Shape;42;p4"/>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 name="Google Shape;43;p4"/>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4" name="Google Shape;44;p4"/>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 name="Google Shape;45;p4"/>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 name="Google Shape;46;p4"/>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47" name="Shape 47"/>
        <p:cNvGrpSpPr/>
        <p:nvPr/>
      </p:nvGrpSpPr>
      <p:grpSpPr>
        <a:xfrm>
          <a:off x="0" y="0"/>
          <a:ext cx="0" cy="0"/>
          <a:chOff x="0" y="0"/>
          <a:chExt cx="0" cy="0"/>
        </a:xfrm>
      </p:grpSpPr>
      <p:sp>
        <p:nvSpPr>
          <p:cNvPr id="48" name="Google Shape;48;p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49" name="Google Shape;49;p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0" name="Google Shape;50;p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1" name="Google Shape;51;p5"/>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2" name="Google Shape;52;p5"/>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5"/>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4" name="Google Shape;54;p5"/>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5" name="Google Shape;55;p5"/>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56" name="Google Shape;56;p5"/>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7" name="Google Shape;57;p5"/>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8" name="Google Shape;58;p5"/>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9" name="Google Shape;59;p5"/>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0" name="Google Shape;60;p5"/>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1" name="Google Shape;61;p5"/>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2" name="Google Shape;62;p5"/>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3" name="Google Shape;63;p5"/>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4" name="Google Shape;64;p5"/>
          <p:cNvSpPr/>
          <p:nvPr>
            <p:ph idx="19" type="pic"/>
          </p:nvPr>
        </p:nvSpPr>
        <p:spPr>
          <a:xfrm>
            <a:off x="1726022" y="1991825"/>
            <a:ext cx="1288500" cy="1363800"/>
          </a:xfrm>
          <a:prstGeom prst="roundRect">
            <a:avLst>
              <a:gd fmla="val 6764" name="adj"/>
            </a:avLst>
          </a:prstGeom>
          <a:noFill/>
          <a:ln>
            <a:noFill/>
          </a:ln>
        </p:spPr>
      </p:sp>
      <p:sp>
        <p:nvSpPr>
          <p:cNvPr id="65" name="Google Shape;65;p5"/>
          <p:cNvSpPr/>
          <p:nvPr>
            <p:ph idx="20" type="pic"/>
          </p:nvPr>
        </p:nvSpPr>
        <p:spPr>
          <a:xfrm>
            <a:off x="3194345" y="1991825"/>
            <a:ext cx="1288500" cy="1363800"/>
          </a:xfrm>
          <a:prstGeom prst="roundRect">
            <a:avLst>
              <a:gd fmla="val 6764" name="adj"/>
            </a:avLst>
          </a:prstGeom>
          <a:noFill/>
          <a:ln>
            <a:noFill/>
          </a:ln>
        </p:spPr>
      </p:sp>
      <p:sp>
        <p:nvSpPr>
          <p:cNvPr id="66" name="Google Shape;66;p5"/>
          <p:cNvSpPr/>
          <p:nvPr>
            <p:ph idx="21" type="pic"/>
          </p:nvPr>
        </p:nvSpPr>
        <p:spPr>
          <a:xfrm>
            <a:off x="4662668" y="1991825"/>
            <a:ext cx="1288500" cy="1363800"/>
          </a:xfrm>
          <a:prstGeom prst="roundRect">
            <a:avLst>
              <a:gd fmla="val 6764" name="adj"/>
            </a:avLst>
          </a:prstGeom>
          <a:noFill/>
          <a:ln>
            <a:noFill/>
          </a:ln>
        </p:spPr>
      </p:sp>
      <p:sp>
        <p:nvSpPr>
          <p:cNvPr id="67" name="Google Shape;67;p5"/>
          <p:cNvSpPr/>
          <p:nvPr>
            <p:ph idx="22" type="pic"/>
          </p:nvPr>
        </p:nvSpPr>
        <p:spPr>
          <a:xfrm>
            <a:off x="6130990" y="1991825"/>
            <a:ext cx="1288500" cy="1363800"/>
          </a:xfrm>
          <a:prstGeom prst="roundRect">
            <a:avLst>
              <a:gd fmla="val 6764" name="adj"/>
            </a:avLst>
          </a:prstGeom>
          <a:noFill/>
          <a:ln>
            <a:noFill/>
          </a:ln>
        </p:spPr>
      </p:sp>
      <p:sp>
        <p:nvSpPr>
          <p:cNvPr id="68" name="Google Shape;68;p5"/>
          <p:cNvSpPr/>
          <p:nvPr>
            <p:ph idx="23" type="pic"/>
          </p:nvPr>
        </p:nvSpPr>
        <p:spPr>
          <a:xfrm>
            <a:off x="7599313" y="1991825"/>
            <a:ext cx="1288500" cy="1363800"/>
          </a:xfrm>
          <a:prstGeom prst="roundRect">
            <a:avLst>
              <a:gd fmla="val 6764" name="adj"/>
            </a:avLst>
          </a:prstGeom>
          <a:noFill/>
          <a:ln>
            <a:noFill/>
          </a:ln>
        </p:spPr>
      </p:sp>
      <p:sp>
        <p:nvSpPr>
          <p:cNvPr id="69" name="Google Shape;69;p5"/>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70" name="Shape 70"/>
        <p:cNvGrpSpPr/>
        <p:nvPr/>
      </p:nvGrpSpPr>
      <p:grpSpPr>
        <a:xfrm>
          <a:off x="0" y="0"/>
          <a:ext cx="0" cy="0"/>
          <a:chOff x="0" y="0"/>
          <a:chExt cx="0" cy="0"/>
        </a:xfrm>
      </p:grpSpPr>
      <p:sp>
        <p:nvSpPr>
          <p:cNvPr id="71" name="Google Shape;71;p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3" name="Google Shape;73;p6"/>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74" name="Shape 74"/>
        <p:cNvGrpSpPr/>
        <p:nvPr/>
      </p:nvGrpSpPr>
      <p:grpSpPr>
        <a:xfrm>
          <a:off x="0" y="0"/>
          <a:ext cx="0" cy="0"/>
          <a:chOff x="0" y="0"/>
          <a:chExt cx="0" cy="0"/>
        </a:xfrm>
      </p:grpSpPr>
      <p:sp>
        <p:nvSpPr>
          <p:cNvPr id="75" name="Google Shape;75;p7"/>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6" name="Google Shape;76;p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7" name="Google Shape;77;p7"/>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78" name="Google Shape;78;p7"/>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79" name="Google Shape;79;p7"/>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80" name="Google Shape;80;p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81" name="Shape 81"/>
        <p:cNvGrpSpPr/>
        <p:nvPr/>
      </p:nvGrpSpPr>
      <p:grpSpPr>
        <a:xfrm>
          <a:off x="0" y="0"/>
          <a:ext cx="0" cy="0"/>
          <a:chOff x="0" y="0"/>
          <a:chExt cx="0" cy="0"/>
        </a:xfrm>
      </p:grpSpPr>
      <p:sp>
        <p:nvSpPr>
          <p:cNvPr id="82" name="Google Shape;82;p8"/>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3" name="Google Shape;83;p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4" name="Google Shape;84;p8"/>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85" name="Google Shape;85;p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6" name="Google Shape;86;p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7" name="Google Shape;87;p8"/>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88" name="Google Shape;88;p8"/>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89" name="Google Shape;89;p8"/>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90" name="Google Shape;90;p8"/>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91" name="Shape 91"/>
        <p:cNvGrpSpPr/>
        <p:nvPr/>
      </p:nvGrpSpPr>
      <p:grpSpPr>
        <a:xfrm>
          <a:off x="0" y="0"/>
          <a:ext cx="0" cy="0"/>
          <a:chOff x="0" y="0"/>
          <a:chExt cx="0" cy="0"/>
        </a:xfrm>
      </p:grpSpPr>
      <p:sp>
        <p:nvSpPr>
          <p:cNvPr id="92" name="Google Shape;92;p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3" name="Google Shape;93;p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4" name="Google Shape;94;p9"/>
          <p:cNvSpPr/>
          <p:nvPr>
            <p:ph idx="2" type="pic"/>
          </p:nvPr>
        </p:nvSpPr>
        <p:spPr>
          <a:xfrm>
            <a:off x="0" y="-9000"/>
            <a:ext cx="3054300" cy="3252900"/>
          </a:xfrm>
          <a:prstGeom prst="rect">
            <a:avLst/>
          </a:prstGeom>
          <a:noFill/>
          <a:ln>
            <a:noFill/>
          </a:ln>
        </p:spPr>
      </p:sp>
      <p:sp>
        <p:nvSpPr>
          <p:cNvPr id="95" name="Google Shape;95;p9"/>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96" name="Google Shape;96;p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7" name="Google Shape;97;p9"/>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8" name="Google Shape;98;p9"/>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9" name="Google Shape;99;p9"/>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00" name="Google Shape;100;p9"/>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01" name="Shape 101"/>
        <p:cNvGrpSpPr/>
        <p:nvPr/>
      </p:nvGrpSpPr>
      <p:grpSpPr>
        <a:xfrm>
          <a:off x="0" y="0"/>
          <a:ext cx="0" cy="0"/>
          <a:chOff x="0" y="0"/>
          <a:chExt cx="0" cy="0"/>
        </a:xfrm>
      </p:grpSpPr>
      <p:sp>
        <p:nvSpPr>
          <p:cNvPr id="102" name="Google Shape;102;p1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3" name="Google Shape;103;p1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4" name="Google Shape;104;p1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5" name="Google Shape;105;p1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6" name="Google Shape;106;p10"/>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07" name="Google Shape;107;p10"/>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8" name="Google Shape;108;p10"/>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09" name="Google Shape;109;p10"/>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10" name="Shape 110"/>
        <p:cNvGrpSpPr/>
        <p:nvPr/>
      </p:nvGrpSpPr>
      <p:grpSpPr>
        <a:xfrm>
          <a:off x="0" y="0"/>
          <a:ext cx="0" cy="0"/>
          <a:chOff x="0" y="0"/>
          <a:chExt cx="0" cy="0"/>
        </a:xfrm>
      </p:grpSpPr>
      <p:sp>
        <p:nvSpPr>
          <p:cNvPr id="111" name="Google Shape;111;p1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2" name="Google Shape;112;p1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3" name="Google Shape;113;p1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4" name="Google Shape;114;p1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5" name="Google Shape;115;p11"/>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16" name="Google Shape;116;p1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17" name="Shape 117"/>
        <p:cNvGrpSpPr/>
        <p:nvPr/>
      </p:nvGrpSpPr>
      <p:grpSpPr>
        <a:xfrm>
          <a:off x="0" y="0"/>
          <a:ext cx="0" cy="0"/>
          <a:chOff x="0" y="0"/>
          <a:chExt cx="0" cy="0"/>
        </a:xfrm>
      </p:grpSpPr>
      <p:sp>
        <p:nvSpPr>
          <p:cNvPr id="118" name="Google Shape;118;p1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19" name="Google Shape;119;p1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20" name="Google Shape;120;p1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21" name="Google Shape;121;p12"/>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2" name="Google Shape;122;p12"/>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3" name="Google Shape;123;p12"/>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4" name="Google Shape;124;p12"/>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5" name="Google Shape;125;p12"/>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6" name="Google Shape;126;p12"/>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7" name="Google Shape;127;p12"/>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8" name="Google Shape;128;p12"/>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9" name="Google Shape;129;p12"/>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0" name="Google Shape;130;p12"/>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31" name="Shape 131"/>
        <p:cNvGrpSpPr/>
        <p:nvPr/>
      </p:nvGrpSpPr>
      <p:grpSpPr>
        <a:xfrm>
          <a:off x="0" y="0"/>
          <a:ext cx="0" cy="0"/>
          <a:chOff x="0" y="0"/>
          <a:chExt cx="0" cy="0"/>
        </a:xfrm>
      </p:grpSpPr>
      <p:sp>
        <p:nvSpPr>
          <p:cNvPr id="132" name="Google Shape;132;p1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3" name="Google Shape;133;p1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4" name="Google Shape;134;p13"/>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5" name="Google Shape;135;p13"/>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6" name="Google Shape;136;p1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7" name="Google Shape;137;p13"/>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8" name="Google Shape;138;p13"/>
          <p:cNvSpPr/>
          <p:nvPr>
            <p:ph idx="4" type="pic"/>
          </p:nvPr>
        </p:nvSpPr>
        <p:spPr>
          <a:xfrm>
            <a:off x="230075" y="457200"/>
            <a:ext cx="3681600" cy="2309700"/>
          </a:xfrm>
          <a:prstGeom prst="rect">
            <a:avLst/>
          </a:prstGeom>
          <a:noFill/>
          <a:ln>
            <a:noFill/>
          </a:ln>
        </p:spPr>
      </p:sp>
      <p:sp>
        <p:nvSpPr>
          <p:cNvPr id="139" name="Google Shape;139;p13"/>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0" name="Google Shape;140;p13"/>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1" name="Google Shape;141;p13"/>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2" name="Google Shape;142;p13"/>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3" name="Google Shape;143;p13"/>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4" name="Google Shape;144;p13"/>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45" name="Shape 145"/>
        <p:cNvGrpSpPr/>
        <p:nvPr/>
      </p:nvGrpSpPr>
      <p:grpSpPr>
        <a:xfrm>
          <a:off x="0" y="0"/>
          <a:ext cx="0" cy="0"/>
          <a:chOff x="0" y="0"/>
          <a:chExt cx="0" cy="0"/>
        </a:xfrm>
      </p:grpSpPr>
      <p:sp>
        <p:nvSpPr>
          <p:cNvPr id="146" name="Google Shape;146;p1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7" name="Google Shape;147;p1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8" name="Google Shape;148;p1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9" name="Google Shape;149;p14"/>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0" name="Google Shape;150;p14"/>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51" name="Google Shape;151;p14"/>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52" name="Shape 152"/>
        <p:cNvGrpSpPr/>
        <p:nvPr/>
      </p:nvGrpSpPr>
      <p:grpSpPr>
        <a:xfrm>
          <a:off x="0" y="0"/>
          <a:ext cx="0" cy="0"/>
          <a:chOff x="0" y="0"/>
          <a:chExt cx="0" cy="0"/>
        </a:xfrm>
      </p:grpSpPr>
      <p:sp>
        <p:nvSpPr>
          <p:cNvPr id="153" name="Google Shape;153;p1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4" name="Google Shape;154;p1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5" name="Google Shape;155;p15"/>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6" name="Google Shape;156;p15"/>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57" name="Google Shape;157;p15"/>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58" name="Google Shape;158;p15"/>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9" name="Google Shape;159;p15"/>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0" name="Google Shape;160;p15"/>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1" name="Google Shape;161;p15"/>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2" name="Google Shape;162;p15"/>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3" name="Google Shape;163;p15"/>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4" name="Google Shape;164;p15"/>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5" name="Google Shape;165;p15"/>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6" name="Google Shape;166;p15"/>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7" name="Google Shape;167;p1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168" name="Shape 168"/>
        <p:cNvGrpSpPr/>
        <p:nvPr/>
      </p:nvGrpSpPr>
      <p:grpSpPr>
        <a:xfrm>
          <a:off x="0" y="0"/>
          <a:ext cx="0" cy="0"/>
          <a:chOff x="0" y="0"/>
          <a:chExt cx="0" cy="0"/>
        </a:xfrm>
      </p:grpSpPr>
      <p:sp>
        <p:nvSpPr>
          <p:cNvPr id="169" name="Google Shape;169;p16"/>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0" name="Google Shape;170;p1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1" name="Google Shape;171;p1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2" name="Google Shape;172;p16"/>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3" name="Google Shape;173;p16"/>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4" name="Google Shape;174;p16"/>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5" name="Google Shape;175;p16"/>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6" name="Google Shape;176;p16"/>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177" name="Shape 177"/>
        <p:cNvGrpSpPr/>
        <p:nvPr/>
      </p:nvGrpSpPr>
      <p:grpSpPr>
        <a:xfrm>
          <a:off x="0" y="0"/>
          <a:ext cx="0" cy="0"/>
          <a:chOff x="0" y="0"/>
          <a:chExt cx="0" cy="0"/>
        </a:xfrm>
      </p:grpSpPr>
      <p:sp>
        <p:nvSpPr>
          <p:cNvPr id="178" name="Google Shape;178;p1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17"/>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180" name="Google Shape;180;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1" name="Google Shape;181;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17"/>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3" name="Google Shape;183;p17"/>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4" name="Google Shape;184;p17"/>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5" name="Google Shape;185;p17"/>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6" name="Google Shape;186;p17"/>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17"/>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17"/>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9" name="Google Shape;189;p17"/>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0" name="Google Shape;190;p17"/>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1" name="Google Shape;191;p17"/>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2" name="Google Shape;192;p17"/>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193" name="Google Shape;193;p17"/>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194" name="Shape 194"/>
        <p:cNvGrpSpPr/>
        <p:nvPr/>
      </p:nvGrpSpPr>
      <p:grpSpPr>
        <a:xfrm>
          <a:off x="0" y="0"/>
          <a:ext cx="0" cy="0"/>
          <a:chOff x="0" y="0"/>
          <a:chExt cx="0" cy="0"/>
        </a:xfrm>
      </p:grpSpPr>
      <p:sp>
        <p:nvSpPr>
          <p:cNvPr id="195" name="Google Shape;195;p1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96" name="Google Shape;19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7" name="Google Shape;19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8" name="Google Shape;198;p18"/>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9" name="Google Shape;199;p18"/>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0" name="Google Shape;200;p18"/>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1" name="Google Shape;201;p18"/>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2" name="Google Shape;202;p18"/>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3" name="Google Shape;203;p18"/>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18"/>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5" name="Google Shape;205;p18"/>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6" name="Google Shape;206;p18"/>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07" name="Shape 207"/>
        <p:cNvGrpSpPr/>
        <p:nvPr/>
      </p:nvGrpSpPr>
      <p:grpSpPr>
        <a:xfrm>
          <a:off x="0" y="0"/>
          <a:ext cx="0" cy="0"/>
          <a:chOff x="0" y="0"/>
          <a:chExt cx="0" cy="0"/>
        </a:xfrm>
      </p:grpSpPr>
      <p:sp>
        <p:nvSpPr>
          <p:cNvPr id="208" name="Google Shape;208;p19"/>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09" name="Google Shape;209;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0" name="Google Shape;210;p1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1" name="Google Shape;211;p19"/>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2" name="Google Shape;212;p19"/>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3" name="Google Shape;213;p19"/>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4" name="Google Shape;214;p19"/>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19"/>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6" name="Google Shape;216;p19"/>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7" name="Google Shape;217;p19"/>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8" name="Google Shape;218;p19"/>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9" name="Google Shape;219;p19"/>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20" name="Google Shape;220;p19"/>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21" name="Shape 221"/>
        <p:cNvGrpSpPr/>
        <p:nvPr/>
      </p:nvGrpSpPr>
      <p:grpSpPr>
        <a:xfrm>
          <a:off x="0" y="0"/>
          <a:ext cx="0" cy="0"/>
          <a:chOff x="0" y="0"/>
          <a:chExt cx="0" cy="0"/>
        </a:xfrm>
      </p:grpSpPr>
      <p:sp>
        <p:nvSpPr>
          <p:cNvPr id="222" name="Google Shape;222;p20"/>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23" name="Google Shape;223;p2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24" name="Google Shape;224;p20"/>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25" name="Google Shape;225;p20"/>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6" name="Google Shape;226;p20"/>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7" name="Google Shape;227;p20"/>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8" name="Google Shape;228;p20"/>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0"/>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0"/>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1" name="Google Shape;231;p20"/>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2" name="Google Shape;232;p20"/>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3" name="Google Shape;233;p20"/>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4" name="Google Shape;234;p20"/>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5" name="Google Shape;235;p20"/>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6" name="Google Shape;236;p20"/>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7" name="Google Shape;237;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8" name="Google Shape;238;p20"/>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9" name="Google Shape;239;p20"/>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40" name="Shape 240"/>
        <p:cNvGrpSpPr/>
        <p:nvPr/>
      </p:nvGrpSpPr>
      <p:grpSpPr>
        <a:xfrm>
          <a:off x="0" y="0"/>
          <a:ext cx="0" cy="0"/>
          <a:chOff x="0" y="0"/>
          <a:chExt cx="0" cy="0"/>
        </a:xfrm>
      </p:grpSpPr>
      <p:sp>
        <p:nvSpPr>
          <p:cNvPr id="241" name="Google Shape;241;p2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42" name="Google Shape;242;p2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3" name="Google Shape;243;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4" name="Google Shape;244;p2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45" name="Google Shape;245;p2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6" name="Google Shape;246;p21"/>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7" name="Google Shape;247;p21"/>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8" name="Google Shape;248;p21"/>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9" name="Google Shape;249;p21"/>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0" name="Google Shape;250;p21"/>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51" name="Google Shape;251;p21"/>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52" name="Shape 252"/>
        <p:cNvGrpSpPr/>
        <p:nvPr/>
      </p:nvGrpSpPr>
      <p:grpSpPr>
        <a:xfrm>
          <a:off x="0" y="0"/>
          <a:ext cx="0" cy="0"/>
          <a:chOff x="0" y="0"/>
          <a:chExt cx="0" cy="0"/>
        </a:xfrm>
      </p:grpSpPr>
      <p:sp>
        <p:nvSpPr>
          <p:cNvPr id="253" name="Google Shape;253;p2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2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57" name="Google Shape;257;p22"/>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22"/>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59" name="Google Shape;259;p22"/>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0" name="Google Shape;260;p22"/>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1" name="Google Shape;261;p22"/>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2" name="Google Shape;262;p22"/>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3" name="Google Shape;263;p22"/>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4" name="Google Shape;264;p22"/>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265" name="Google Shape;265;p22"/>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6" name="Google Shape;266;p22"/>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7" name="Google Shape;267;p22"/>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8" name="Google Shape;268;p22"/>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9" name="Google Shape;269;p22"/>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70" name="Google Shape;270;p22"/>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71" name="Google Shape;271;p22"/>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272" name="Shape 272"/>
        <p:cNvGrpSpPr/>
        <p:nvPr/>
      </p:nvGrpSpPr>
      <p:grpSpPr>
        <a:xfrm>
          <a:off x="0" y="0"/>
          <a:ext cx="0" cy="0"/>
          <a:chOff x="0" y="0"/>
          <a:chExt cx="0" cy="0"/>
        </a:xfrm>
      </p:grpSpPr>
      <p:sp>
        <p:nvSpPr>
          <p:cNvPr id="273" name="Google Shape;273;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4" name="Google Shape;274;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5" name="Google Shape;275;p2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76" name="Google Shape;276;p23"/>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77" name="Google Shape;277;p23"/>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78" name="Google Shape;278;p23"/>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79" name="Google Shape;279;p23"/>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0" name="Google Shape;280;p23"/>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1" name="Google Shape;281;p23"/>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2" name="Google Shape;282;p23"/>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3" name="Google Shape;283;p23"/>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4" name="Google Shape;284;p23"/>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5" name="Google Shape;285;p23"/>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6" name="Google Shape;286;p23"/>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7" name="Google Shape;287;p23"/>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8" name="Google Shape;288;p23"/>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289" name="Shape 289"/>
        <p:cNvGrpSpPr/>
        <p:nvPr/>
      </p:nvGrpSpPr>
      <p:grpSpPr>
        <a:xfrm>
          <a:off x="0" y="0"/>
          <a:ext cx="0" cy="0"/>
          <a:chOff x="0" y="0"/>
          <a:chExt cx="0" cy="0"/>
        </a:xfrm>
      </p:grpSpPr>
      <p:sp>
        <p:nvSpPr>
          <p:cNvPr id="290" name="Google Shape;290;p2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1" name="Google Shape;291;p2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2" name="Google Shape;292;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3" name="Google Shape;293;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4" name="Google Shape;294;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5" name="Google Shape;295;p24"/>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6" name="Google Shape;296;p24"/>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297" name="Google Shape;297;p24"/>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298" name="Google Shape;298;p24"/>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9" name="Google Shape;299;p24"/>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0" name="Google Shape;300;p24"/>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01" name="Google Shape;301;p24"/>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02" name="Google Shape;302;p24"/>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3" name="Google Shape;303;p24"/>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04" name="Shape 304"/>
        <p:cNvGrpSpPr/>
        <p:nvPr/>
      </p:nvGrpSpPr>
      <p:grpSpPr>
        <a:xfrm>
          <a:off x="0" y="0"/>
          <a:ext cx="0" cy="0"/>
          <a:chOff x="0" y="0"/>
          <a:chExt cx="0" cy="0"/>
        </a:xfrm>
      </p:grpSpPr>
      <p:sp>
        <p:nvSpPr>
          <p:cNvPr id="305" name="Google Shape;305;p2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06" name="Google Shape;306;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7" name="Google Shape;307;p2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8" name="Google Shape;308;p2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09" name="Google Shape;309;p2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10" name="Google Shape;310;p25"/>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1" name="Google Shape;311;p25"/>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2" name="Google Shape;312;p25"/>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3" name="Google Shape;313;p25"/>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4" name="Google Shape;314;p25"/>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5" name="Google Shape;315;p25"/>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6" name="Google Shape;316;p25"/>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17" name="Google Shape;317;p25"/>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8" name="Google Shape;318;p25"/>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9" name="Google Shape;319;p25"/>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0" name="Google Shape;320;p25"/>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1" name="Google Shape;321;p25"/>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2" name="Google Shape;322;p25"/>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3" name="Google Shape;323;p25"/>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4" name="Google Shape;324;p25"/>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5" name="Google Shape;325;p25"/>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26" name="Shape 326"/>
        <p:cNvGrpSpPr/>
        <p:nvPr/>
      </p:nvGrpSpPr>
      <p:grpSpPr>
        <a:xfrm>
          <a:off x="0" y="0"/>
          <a:ext cx="0" cy="0"/>
          <a:chOff x="0" y="0"/>
          <a:chExt cx="0" cy="0"/>
        </a:xfrm>
      </p:grpSpPr>
      <p:sp>
        <p:nvSpPr>
          <p:cNvPr id="327" name="Google Shape;327;p2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8" name="Google Shape;328;p2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9" name="Google Shape;329;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0" name="Google Shape;330;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1" name="Google Shape;331;p26"/>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32" name="Google Shape;332;p26"/>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33" name="Google Shape;333;p26"/>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6" name="Google Shape;336;p2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0" name="Google Shape;350;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5" name="Google Shape;355;p34"/>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3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7" name="Google Shape;377;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4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5" name="Google Shape;385;p4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4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4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4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4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ph idx="2" type="pic"/>
          </p:nvPr>
        </p:nvSpPr>
        <p:spPr>
          <a:xfrm>
            <a:off x="4804825" y="1133300"/>
            <a:ext cx="4027500" cy="2392800"/>
          </a:xfrm>
          <a:prstGeom prst="rect">
            <a:avLst/>
          </a:prstGeom>
          <a:noFill/>
          <a:ln>
            <a:noFill/>
          </a:ln>
        </p:spPr>
      </p:sp>
      <p:sp>
        <p:nvSpPr>
          <p:cNvPr id="405" name="Google Shape;405;p44"/>
          <p:cNvSpPr/>
          <p:nvPr>
            <p:ph idx="3" type="pic"/>
          </p:nvPr>
        </p:nvSpPr>
        <p:spPr>
          <a:xfrm>
            <a:off x="311725" y="1133300"/>
            <a:ext cx="4027500" cy="2392800"/>
          </a:xfrm>
          <a:prstGeom prst="rect">
            <a:avLst/>
          </a:prstGeom>
          <a:noFill/>
          <a:ln>
            <a:noFill/>
          </a:ln>
        </p:spPr>
      </p:sp>
      <p:sp>
        <p:nvSpPr>
          <p:cNvPr id="406" name="Google Shape;406;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7" name="Google Shape;40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4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4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5"/>
          <p:cNvSpPr/>
          <p:nvPr>
            <p:ph idx="2" type="pic"/>
          </p:nvPr>
        </p:nvSpPr>
        <p:spPr>
          <a:xfrm>
            <a:off x="6205225" y="1128325"/>
            <a:ext cx="2627100" cy="2273100"/>
          </a:xfrm>
          <a:prstGeom prst="rect">
            <a:avLst/>
          </a:prstGeom>
          <a:noFill/>
          <a:ln>
            <a:noFill/>
          </a:ln>
        </p:spPr>
      </p:sp>
      <p:sp>
        <p:nvSpPr>
          <p:cNvPr id="413" name="Google Shape;413;p45"/>
          <p:cNvSpPr/>
          <p:nvPr>
            <p:ph idx="3" type="pic"/>
          </p:nvPr>
        </p:nvSpPr>
        <p:spPr>
          <a:xfrm>
            <a:off x="311725" y="1128325"/>
            <a:ext cx="2627100" cy="2273100"/>
          </a:xfrm>
          <a:prstGeom prst="rect">
            <a:avLst/>
          </a:prstGeom>
          <a:noFill/>
          <a:ln>
            <a:noFill/>
          </a:ln>
        </p:spPr>
      </p:sp>
      <p:sp>
        <p:nvSpPr>
          <p:cNvPr id="414" name="Google Shape;414;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45"/>
          <p:cNvSpPr/>
          <p:nvPr>
            <p:ph idx="5" type="pic"/>
          </p:nvPr>
        </p:nvSpPr>
        <p:spPr>
          <a:xfrm>
            <a:off x="3255250" y="1128325"/>
            <a:ext cx="2627100" cy="2273100"/>
          </a:xfrm>
          <a:prstGeom prst="rect">
            <a:avLst/>
          </a:prstGeom>
          <a:noFill/>
          <a:ln>
            <a:noFill/>
          </a:ln>
        </p:spPr>
      </p:sp>
      <p:sp>
        <p:nvSpPr>
          <p:cNvPr id="416" name="Google Shape;416;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4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7"/>
          <p:cNvSpPr/>
          <p:nvPr>
            <p:ph idx="2" type="pic"/>
          </p:nvPr>
        </p:nvSpPr>
        <p:spPr>
          <a:xfrm>
            <a:off x="3389600" y="118913"/>
            <a:ext cx="1643700" cy="1535100"/>
          </a:xfrm>
          <a:prstGeom prst="rect">
            <a:avLst/>
          </a:prstGeom>
          <a:noFill/>
          <a:ln>
            <a:noFill/>
          </a:ln>
        </p:spPr>
      </p:sp>
      <p:sp>
        <p:nvSpPr>
          <p:cNvPr id="425" name="Google Shape;425;p47"/>
          <p:cNvSpPr/>
          <p:nvPr>
            <p:ph idx="3" type="pic"/>
          </p:nvPr>
        </p:nvSpPr>
        <p:spPr>
          <a:xfrm>
            <a:off x="5195935" y="118913"/>
            <a:ext cx="1643700" cy="1535100"/>
          </a:xfrm>
          <a:prstGeom prst="rect">
            <a:avLst/>
          </a:prstGeom>
          <a:noFill/>
          <a:ln>
            <a:noFill/>
          </a:ln>
        </p:spPr>
      </p:sp>
      <p:sp>
        <p:nvSpPr>
          <p:cNvPr id="426" name="Google Shape;426;p47"/>
          <p:cNvSpPr/>
          <p:nvPr>
            <p:ph idx="4" type="pic"/>
          </p:nvPr>
        </p:nvSpPr>
        <p:spPr>
          <a:xfrm>
            <a:off x="7002270" y="118913"/>
            <a:ext cx="1643700" cy="1535100"/>
          </a:xfrm>
          <a:prstGeom prst="rect">
            <a:avLst/>
          </a:prstGeom>
          <a:noFill/>
          <a:ln>
            <a:noFill/>
          </a:ln>
        </p:spPr>
      </p:sp>
      <p:sp>
        <p:nvSpPr>
          <p:cNvPr id="427" name="Google Shape;427;p47"/>
          <p:cNvSpPr/>
          <p:nvPr>
            <p:ph idx="5" type="pic"/>
          </p:nvPr>
        </p:nvSpPr>
        <p:spPr>
          <a:xfrm>
            <a:off x="3389588" y="1804212"/>
            <a:ext cx="1643700" cy="1535100"/>
          </a:xfrm>
          <a:prstGeom prst="rect">
            <a:avLst/>
          </a:prstGeom>
          <a:noFill/>
          <a:ln>
            <a:noFill/>
          </a:ln>
        </p:spPr>
      </p:sp>
      <p:sp>
        <p:nvSpPr>
          <p:cNvPr id="428" name="Google Shape;428;p47"/>
          <p:cNvSpPr/>
          <p:nvPr>
            <p:ph idx="6" type="pic"/>
          </p:nvPr>
        </p:nvSpPr>
        <p:spPr>
          <a:xfrm>
            <a:off x="5195922" y="1804212"/>
            <a:ext cx="1643700" cy="1535100"/>
          </a:xfrm>
          <a:prstGeom prst="rect">
            <a:avLst/>
          </a:prstGeom>
          <a:noFill/>
          <a:ln>
            <a:noFill/>
          </a:ln>
        </p:spPr>
      </p:sp>
      <p:sp>
        <p:nvSpPr>
          <p:cNvPr id="429" name="Google Shape;429;p47"/>
          <p:cNvSpPr/>
          <p:nvPr>
            <p:ph idx="7" type="pic"/>
          </p:nvPr>
        </p:nvSpPr>
        <p:spPr>
          <a:xfrm>
            <a:off x="7002257" y="1804212"/>
            <a:ext cx="1643700" cy="1535100"/>
          </a:xfrm>
          <a:prstGeom prst="rect">
            <a:avLst/>
          </a:prstGeom>
          <a:noFill/>
          <a:ln>
            <a:noFill/>
          </a:ln>
        </p:spPr>
      </p:sp>
      <p:sp>
        <p:nvSpPr>
          <p:cNvPr id="430" name="Google Shape;430;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47"/>
          <p:cNvSpPr/>
          <p:nvPr>
            <p:ph idx="8" type="pic"/>
          </p:nvPr>
        </p:nvSpPr>
        <p:spPr>
          <a:xfrm>
            <a:off x="3389588" y="3489487"/>
            <a:ext cx="1643700" cy="1535100"/>
          </a:xfrm>
          <a:prstGeom prst="rect">
            <a:avLst/>
          </a:prstGeom>
          <a:noFill/>
          <a:ln>
            <a:noFill/>
          </a:ln>
        </p:spPr>
      </p:sp>
      <p:sp>
        <p:nvSpPr>
          <p:cNvPr id="432" name="Google Shape;432;p47"/>
          <p:cNvSpPr/>
          <p:nvPr>
            <p:ph idx="9" type="pic"/>
          </p:nvPr>
        </p:nvSpPr>
        <p:spPr>
          <a:xfrm>
            <a:off x="5195922" y="3489487"/>
            <a:ext cx="1643700" cy="1535100"/>
          </a:xfrm>
          <a:prstGeom prst="rect">
            <a:avLst/>
          </a:prstGeom>
          <a:noFill/>
          <a:ln>
            <a:noFill/>
          </a:ln>
        </p:spPr>
      </p:sp>
      <p:sp>
        <p:nvSpPr>
          <p:cNvPr id="433" name="Google Shape;433;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 name="Google Shape;7;p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 name="Google Shape;8;p1"/>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9" name="Google Shape;9;p1"/>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8"/>
          <p:cNvSpPr txBox="1"/>
          <p:nvPr>
            <p:ph idx="3" type="title"/>
          </p:nvPr>
        </p:nvSpPr>
        <p:spPr>
          <a:xfrm>
            <a:off x="151750" y="514325"/>
            <a:ext cx="8943600" cy="897300"/>
          </a:xfrm>
          <a:prstGeom prst="rect">
            <a:avLst/>
          </a:prstGeom>
        </p:spPr>
        <p:txBody>
          <a:bodyPr anchorCtr="0" anchor="t" bIns="91425" lIns="0" spcFirstLastPara="1" rIns="91425" wrap="square" tIns="91425">
            <a:noAutofit/>
          </a:bodyPr>
          <a:lstStyle/>
          <a:p>
            <a:pPr indent="-304800" lvl="0" marL="457200" rtl="0" algn="l">
              <a:lnSpc>
                <a:spcPct val="70000"/>
              </a:lnSpc>
              <a:spcBef>
                <a:spcPts val="1200"/>
              </a:spcBef>
              <a:spcAft>
                <a:spcPts val="0"/>
              </a:spcAft>
              <a:buSzPts val="1200"/>
              <a:buFont typeface="Arial"/>
              <a:buChar char="-"/>
            </a:pPr>
            <a:r>
              <a:rPr b="1" lang="en" sz="1200">
                <a:latin typeface="Arial"/>
                <a:ea typeface="Arial"/>
                <a:cs typeface="Arial"/>
                <a:sym typeface="Arial"/>
              </a:rPr>
              <a:t>The Business Idea:</a:t>
            </a:r>
            <a:r>
              <a:rPr lang="en" sz="1200">
                <a:latin typeface="Arial"/>
                <a:ea typeface="Arial"/>
                <a:cs typeface="Arial"/>
                <a:sym typeface="Arial"/>
              </a:rPr>
              <a:t> Track real-time global flight data to monitor fleet status and catch transit delays early.</a:t>
            </a:r>
            <a:endParaRPr sz="1200">
              <a:latin typeface="Arial"/>
              <a:ea typeface="Arial"/>
              <a:cs typeface="Arial"/>
              <a:sym typeface="Arial"/>
            </a:endParaRPr>
          </a:p>
          <a:p>
            <a:pPr indent="-304800" lvl="0" marL="457200" rtl="0" algn="l">
              <a:lnSpc>
                <a:spcPct val="80000"/>
              </a:lnSpc>
              <a:spcBef>
                <a:spcPts val="1200"/>
              </a:spcBef>
              <a:spcAft>
                <a:spcPts val="0"/>
              </a:spcAft>
              <a:buSzPts val="1200"/>
              <a:buFont typeface="Arial"/>
              <a:buChar char="-"/>
            </a:pPr>
            <a:r>
              <a:rPr b="1" lang="en" sz="1200">
                <a:latin typeface="Arial"/>
                <a:ea typeface="Arial"/>
                <a:cs typeface="Arial"/>
                <a:sym typeface="Arial"/>
              </a:rPr>
              <a:t>What I Did:</a:t>
            </a:r>
            <a:r>
              <a:rPr lang="en" sz="1200">
                <a:latin typeface="Arial"/>
                <a:ea typeface="Arial"/>
                <a:cs typeface="Arial"/>
                <a:sym typeface="Arial"/>
              </a:rPr>
              <a:t> I built an interactive 8-chart dashboard that displays active asset metrics, live GPS coordinates, and bottleneck risk categories.</a:t>
            </a:r>
            <a:endParaRPr sz="1200">
              <a:latin typeface="Arial"/>
              <a:ea typeface="Arial"/>
              <a:cs typeface="Arial"/>
              <a:sym typeface="Arial"/>
            </a:endParaRPr>
          </a:p>
          <a:p>
            <a:pPr indent="0" lvl="0" marL="0" rtl="0" algn="l">
              <a:spcBef>
                <a:spcPts val="0"/>
              </a:spcBef>
              <a:spcAft>
                <a:spcPts val="0"/>
              </a:spcAft>
              <a:buNone/>
            </a:pPr>
            <a:r>
              <a:t/>
            </a:r>
            <a:endParaRPr sz="1200"/>
          </a:p>
        </p:txBody>
      </p:sp>
      <p:sp>
        <p:nvSpPr>
          <p:cNvPr id="439" name="Google Shape;439;p48"/>
          <p:cNvSpPr txBox="1"/>
          <p:nvPr>
            <p:ph idx="1" type="subTitle"/>
          </p:nvPr>
        </p:nvSpPr>
        <p:spPr>
          <a:xfrm>
            <a:off x="151750" y="228600"/>
            <a:ext cx="79053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400">
                <a:latin typeface="Arial"/>
                <a:ea typeface="Arial"/>
                <a:cs typeface="Arial"/>
                <a:sym typeface="Arial"/>
              </a:rPr>
              <a:t>GLOBAL FLEET UTILIZATION &amp; REAL-TIME TRANSIT LOGISTICS DASHBOARD</a:t>
            </a:r>
            <a:endParaRPr sz="1400"/>
          </a:p>
        </p:txBody>
      </p:sp>
      <p:pic>
        <p:nvPicPr>
          <p:cNvPr id="440" name="Google Shape;440;p48" title="Global Fleet Utilization &amp; Real - Time Transit Logistics_Opensky .png"/>
          <p:cNvPicPr preferRelativeResize="0"/>
          <p:nvPr/>
        </p:nvPicPr>
        <p:blipFill>
          <a:blip r:embed="rId3">
            <a:alphaModFix/>
          </a:blip>
          <a:stretch>
            <a:fillRect/>
          </a:stretch>
        </p:blipFill>
        <p:spPr>
          <a:xfrm>
            <a:off x="85738" y="1413113"/>
            <a:ext cx="8972524" cy="36615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9"/>
          <p:cNvSpPr txBox="1"/>
          <p:nvPr>
            <p:ph idx="3" type="title"/>
          </p:nvPr>
        </p:nvSpPr>
        <p:spPr>
          <a:xfrm>
            <a:off x="151750" y="514325"/>
            <a:ext cx="8943600" cy="1287300"/>
          </a:xfrm>
          <a:prstGeom prst="rect">
            <a:avLst/>
          </a:prstGeom>
        </p:spPr>
        <p:txBody>
          <a:bodyPr anchorCtr="0" anchor="t" bIns="91425" lIns="0" spcFirstLastPara="1" rIns="91425" wrap="square" tIns="91425">
            <a:noAutofit/>
          </a:bodyPr>
          <a:lstStyle/>
          <a:p>
            <a:pPr indent="-304800" lvl="0" marL="457200" rtl="0" algn="l">
              <a:lnSpc>
                <a:spcPct val="115000"/>
              </a:lnSpc>
              <a:spcBef>
                <a:spcPts val="1200"/>
              </a:spcBef>
              <a:spcAft>
                <a:spcPts val="0"/>
              </a:spcAft>
              <a:buSzPts val="1200"/>
              <a:buFont typeface="Arial"/>
              <a:buChar char="-"/>
            </a:pPr>
            <a:r>
              <a:rPr b="1" lang="en" sz="1200">
                <a:latin typeface="Arial"/>
                <a:ea typeface="Arial"/>
                <a:cs typeface="Arial"/>
                <a:sym typeface="Arial"/>
              </a:rPr>
              <a:t>What I Did:</a:t>
            </a:r>
            <a:r>
              <a:rPr lang="en" sz="1200">
                <a:latin typeface="Arial"/>
                <a:ea typeface="Arial"/>
                <a:cs typeface="Arial"/>
                <a:sym typeface="Arial"/>
              </a:rPr>
              <a:t> I coded a 3-part Python pipeline that pulls live OpenSky API telemetry, cleans missing GPS data, and injects a custom speed classification logic using Pandas.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b="1" lang="en" sz="1200">
                <a:latin typeface="Arial"/>
                <a:ea typeface="Arial"/>
                <a:cs typeface="Arial"/>
                <a:sym typeface="Arial"/>
              </a:rPr>
              <a:t>Storage &amp; Automation:</a:t>
            </a:r>
            <a:r>
              <a:rPr lang="en" sz="1200">
                <a:latin typeface="Arial"/>
                <a:ea typeface="Arial"/>
                <a:cs typeface="Arial"/>
                <a:sym typeface="Arial"/>
              </a:rPr>
              <a:t> The scripts automatically manage local JSON caching to prevent server timeout losses and instantly upsert the structured records into a SQLite database.</a:t>
            </a:r>
            <a:endParaRPr sz="1200">
              <a:latin typeface="Arial"/>
              <a:ea typeface="Arial"/>
              <a:cs typeface="Arial"/>
              <a:sym typeface="Arial"/>
            </a:endParaRPr>
          </a:p>
          <a:p>
            <a:pPr indent="0" lvl="0" marL="457200" rtl="0" algn="l">
              <a:lnSpc>
                <a:spcPct val="115000"/>
              </a:lnSpc>
              <a:spcBef>
                <a:spcPts val="2100"/>
              </a:spcBef>
              <a:spcAft>
                <a:spcPts val="0"/>
              </a:spcAft>
              <a:buNone/>
            </a:pPr>
            <a:r>
              <a:t/>
            </a:r>
            <a:endParaRPr sz="1200">
              <a:latin typeface="Arial"/>
              <a:ea typeface="Arial"/>
              <a:cs typeface="Arial"/>
              <a:sym typeface="Arial"/>
            </a:endParaRPr>
          </a:p>
          <a:p>
            <a:pPr indent="0" lvl="0" marL="0" rtl="0" algn="l">
              <a:spcBef>
                <a:spcPts val="2100"/>
              </a:spcBef>
              <a:spcAft>
                <a:spcPts val="0"/>
              </a:spcAft>
              <a:buNone/>
            </a:pPr>
            <a:r>
              <a:t/>
            </a:r>
            <a:endParaRPr b="1" sz="1200">
              <a:latin typeface="Arial"/>
              <a:ea typeface="Arial"/>
              <a:cs typeface="Arial"/>
              <a:sym typeface="Arial"/>
            </a:endParaRPr>
          </a:p>
        </p:txBody>
      </p:sp>
      <p:sp>
        <p:nvSpPr>
          <p:cNvPr id="446" name="Google Shape;446;p49"/>
          <p:cNvSpPr txBox="1"/>
          <p:nvPr>
            <p:ph idx="1" type="subTitle"/>
          </p:nvPr>
        </p:nvSpPr>
        <p:spPr>
          <a:xfrm>
            <a:off x="151750" y="228600"/>
            <a:ext cx="79053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400">
                <a:latin typeface="Arial"/>
                <a:ea typeface="Arial"/>
                <a:cs typeface="Arial"/>
                <a:sym typeface="Arial"/>
              </a:rPr>
              <a:t>Data Pipeline &amp; Warehouse Setup (Python)</a:t>
            </a:r>
            <a:endParaRPr sz="1400"/>
          </a:p>
        </p:txBody>
      </p:sp>
      <p:pic>
        <p:nvPicPr>
          <p:cNvPr id="447" name="Google Shape;447;p49" title="Opensky data clean code.png"/>
          <p:cNvPicPr preferRelativeResize="0"/>
          <p:nvPr/>
        </p:nvPicPr>
        <p:blipFill>
          <a:blip r:embed="rId3">
            <a:alphaModFix/>
          </a:blip>
          <a:stretch>
            <a:fillRect/>
          </a:stretch>
        </p:blipFill>
        <p:spPr>
          <a:xfrm>
            <a:off x="152400" y="1954025"/>
            <a:ext cx="2352429" cy="3037074"/>
          </a:xfrm>
          <a:prstGeom prst="rect">
            <a:avLst/>
          </a:prstGeom>
          <a:noFill/>
          <a:ln>
            <a:noFill/>
          </a:ln>
        </p:spPr>
      </p:pic>
      <p:pic>
        <p:nvPicPr>
          <p:cNvPr id="448" name="Google Shape;448;p49" title="Opensky data fetch code.png"/>
          <p:cNvPicPr preferRelativeResize="0"/>
          <p:nvPr/>
        </p:nvPicPr>
        <p:blipFill>
          <a:blip r:embed="rId4">
            <a:alphaModFix/>
          </a:blip>
          <a:stretch>
            <a:fillRect/>
          </a:stretch>
        </p:blipFill>
        <p:spPr>
          <a:xfrm>
            <a:off x="2657225" y="1954025"/>
            <a:ext cx="3265851" cy="3037075"/>
          </a:xfrm>
          <a:prstGeom prst="rect">
            <a:avLst/>
          </a:prstGeom>
          <a:noFill/>
          <a:ln>
            <a:noFill/>
          </a:ln>
        </p:spPr>
      </p:pic>
      <p:pic>
        <p:nvPicPr>
          <p:cNvPr id="449" name="Google Shape;449;p49" title="opensky db py file.png"/>
          <p:cNvPicPr preferRelativeResize="0"/>
          <p:nvPr/>
        </p:nvPicPr>
        <p:blipFill>
          <a:blip r:embed="rId5">
            <a:alphaModFix/>
          </a:blip>
          <a:stretch>
            <a:fillRect/>
          </a:stretch>
        </p:blipFill>
        <p:spPr>
          <a:xfrm>
            <a:off x="6077650" y="1923227"/>
            <a:ext cx="2974174" cy="30731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0"/>
          <p:cNvSpPr txBox="1"/>
          <p:nvPr>
            <p:ph idx="3" type="title"/>
          </p:nvPr>
        </p:nvSpPr>
        <p:spPr>
          <a:xfrm>
            <a:off x="147150" y="411000"/>
            <a:ext cx="8943600" cy="4398000"/>
          </a:xfrm>
          <a:prstGeom prst="rect">
            <a:avLst/>
          </a:prstGeom>
        </p:spPr>
        <p:txBody>
          <a:bodyPr anchorCtr="0" anchor="t" bIns="91425" lIns="0" spcFirstLastPara="1" rIns="91425" wrap="square" tIns="91425">
            <a:noAutofit/>
          </a:bodyPr>
          <a:lstStyle/>
          <a:p>
            <a:pPr indent="0" lvl="0" marL="0" rtl="0" algn="l">
              <a:lnSpc>
                <a:spcPct val="115000"/>
              </a:lnSpc>
              <a:spcBef>
                <a:spcPts val="1200"/>
              </a:spcBef>
              <a:spcAft>
                <a:spcPts val="0"/>
              </a:spcAft>
              <a:buNone/>
            </a:pPr>
            <a:r>
              <a:rPr lang="en" sz="1200">
                <a:latin typeface="Arial"/>
                <a:ea typeface="Arial"/>
                <a:cs typeface="Arial"/>
                <a:sym typeface="Arial"/>
              </a:rPr>
              <a:t>- </a:t>
            </a:r>
            <a:r>
              <a:rPr lang="en" sz="1200">
                <a:latin typeface="Arial"/>
                <a:ea typeface="Arial"/>
                <a:cs typeface="Arial"/>
                <a:sym typeface="Arial"/>
              </a:rPr>
              <a:t>In aviation logistics, equipment downtime and unexpected transit delays directly lead to broken supply chains and missed delivery deadlines. To fix this, operations teams must constantly track fleet utilization knowing exactly which cargo planes are actively moving in the air versus which ones are sitting idle on the tarmac. </a:t>
            </a:r>
            <a:endParaRPr sz="1200">
              <a:latin typeface="Arial"/>
              <a:ea typeface="Arial"/>
              <a:cs typeface="Arial"/>
              <a:sym typeface="Arial"/>
            </a:endParaRPr>
          </a:p>
          <a:p>
            <a:pPr indent="0" lvl="0" marL="0" rtl="0" algn="l">
              <a:lnSpc>
                <a:spcPct val="115000"/>
              </a:lnSpc>
              <a:spcBef>
                <a:spcPts val="2100"/>
              </a:spcBef>
              <a:spcAft>
                <a:spcPts val="0"/>
              </a:spcAft>
              <a:buNone/>
            </a:pPr>
            <a:r>
              <a:rPr lang="en" sz="1200">
                <a:latin typeface="Arial"/>
                <a:ea typeface="Arial"/>
                <a:cs typeface="Arial"/>
                <a:sym typeface="Arial"/>
              </a:rPr>
              <a:t>- However, because raw sensor data was trapped in unreadable 10-digit Unix integers (like </a:t>
            </a:r>
            <a:r>
              <a:rPr lang="en" sz="1050">
                <a:latin typeface="Courier New"/>
                <a:ea typeface="Courier New"/>
                <a:cs typeface="Courier New"/>
                <a:sym typeface="Courier New"/>
              </a:rPr>
              <a:t>1790930469</a:t>
            </a:r>
            <a:r>
              <a:rPr lang="en" sz="1200">
                <a:latin typeface="Arial"/>
                <a:ea typeface="Arial"/>
                <a:cs typeface="Arial"/>
                <a:sym typeface="Arial"/>
              </a:rPr>
              <a:t>), Power BI could not filter the data chronologically or sort it by hours and minutes. This data limitation created a massive tracking blind spot, making it impossible to separate airborne planes from grounded inventory or flag where shipping streams were backing up.</a:t>
            </a:r>
            <a:endParaRPr sz="1200">
              <a:latin typeface="Arial"/>
              <a:ea typeface="Arial"/>
              <a:cs typeface="Arial"/>
              <a:sym typeface="Arial"/>
            </a:endParaRPr>
          </a:p>
          <a:p>
            <a:pPr indent="0" lvl="0" marL="0" rtl="0" algn="l">
              <a:lnSpc>
                <a:spcPct val="115000"/>
              </a:lnSpc>
              <a:spcBef>
                <a:spcPts val="2100"/>
              </a:spcBef>
              <a:spcAft>
                <a:spcPts val="0"/>
              </a:spcAft>
              <a:buNone/>
            </a:pPr>
            <a:r>
              <a:rPr lang="en" sz="1200">
                <a:latin typeface="Arial"/>
                <a:ea typeface="Arial"/>
                <a:cs typeface="Arial"/>
                <a:sym typeface="Arial"/>
              </a:rPr>
              <a:t>- Wrote a custom Power Query datetime formula to convert those raw numbers into human-readable calendar dates and precise clock times. Configured and scheduled automated batch updates to stream this live tracking data directly into the dashboard.</a:t>
            </a:r>
            <a:endParaRPr sz="1200">
              <a:latin typeface="Arial"/>
              <a:ea typeface="Arial"/>
              <a:cs typeface="Arial"/>
              <a:sym typeface="Arial"/>
            </a:endParaRPr>
          </a:p>
          <a:p>
            <a:pPr indent="0" lvl="0" marL="0" rtl="0" algn="l">
              <a:lnSpc>
                <a:spcPct val="115000"/>
              </a:lnSpc>
              <a:spcBef>
                <a:spcPts val="2100"/>
              </a:spcBef>
              <a:spcAft>
                <a:spcPts val="0"/>
              </a:spcAft>
              <a:buNone/>
            </a:pPr>
            <a:r>
              <a:rPr b="1" lang="en" sz="1200">
                <a:latin typeface="Arial"/>
                <a:ea typeface="Arial"/>
                <a:cs typeface="Arial"/>
                <a:sym typeface="Arial"/>
              </a:rPr>
              <a:t>- Key Learnings:</a:t>
            </a:r>
            <a:r>
              <a:rPr lang="en" sz="1200">
                <a:latin typeface="Arial"/>
                <a:ea typeface="Arial"/>
                <a:cs typeface="Arial"/>
                <a:sym typeface="Arial"/>
              </a:rPr>
              <a:t> Learned how to seamlessly bridge an automated Python ETL backend with a live, cloud-based Power BI dataset. This project proved that transforming raw telemetry integers into a structured time-series model is critical for resolving high-stakes operational blind spots.</a:t>
            </a:r>
            <a:endParaRPr sz="1200">
              <a:latin typeface="Arial"/>
              <a:ea typeface="Arial"/>
              <a:cs typeface="Arial"/>
              <a:sym typeface="Arial"/>
            </a:endParaRPr>
          </a:p>
          <a:p>
            <a:pPr indent="0" lvl="0" marL="0" rtl="0" algn="l">
              <a:lnSpc>
                <a:spcPct val="115000"/>
              </a:lnSpc>
              <a:spcBef>
                <a:spcPts val="2100"/>
              </a:spcBef>
              <a:spcAft>
                <a:spcPts val="0"/>
              </a:spcAft>
              <a:buNone/>
            </a:pPr>
            <a:r>
              <a:t/>
            </a:r>
            <a:endParaRPr sz="1200">
              <a:latin typeface="Arial"/>
              <a:ea typeface="Arial"/>
              <a:cs typeface="Arial"/>
              <a:sym typeface="Arial"/>
            </a:endParaRPr>
          </a:p>
          <a:p>
            <a:pPr indent="0" lvl="0" marL="0" rtl="0" algn="l">
              <a:lnSpc>
                <a:spcPct val="115000"/>
              </a:lnSpc>
              <a:spcBef>
                <a:spcPts val="2100"/>
              </a:spcBef>
              <a:spcAft>
                <a:spcPts val="0"/>
              </a:spcAft>
              <a:buNone/>
            </a:pPr>
            <a:r>
              <a:t/>
            </a:r>
            <a:endParaRPr sz="1200">
              <a:latin typeface="Arial"/>
              <a:ea typeface="Arial"/>
              <a:cs typeface="Arial"/>
              <a:sym typeface="Arial"/>
            </a:endParaRPr>
          </a:p>
          <a:p>
            <a:pPr indent="0" lvl="0" marL="0" rtl="0" algn="l">
              <a:spcBef>
                <a:spcPts val="2100"/>
              </a:spcBef>
              <a:spcAft>
                <a:spcPts val="0"/>
              </a:spcAft>
              <a:buNone/>
            </a:pPr>
            <a:r>
              <a:t/>
            </a:r>
            <a:endParaRPr b="1" sz="1200">
              <a:latin typeface="Arial"/>
              <a:ea typeface="Arial"/>
              <a:cs typeface="Arial"/>
              <a:sym typeface="Arial"/>
            </a:endParaRPr>
          </a:p>
          <a:p>
            <a:pPr indent="0" lvl="0" marL="0" rtl="0" algn="l">
              <a:spcBef>
                <a:spcPts val="0"/>
              </a:spcBef>
              <a:spcAft>
                <a:spcPts val="0"/>
              </a:spcAft>
              <a:buNone/>
            </a:pPr>
            <a:r>
              <a:t/>
            </a:r>
            <a:endParaRPr b="1" sz="1200">
              <a:latin typeface="Arial"/>
              <a:ea typeface="Arial"/>
              <a:cs typeface="Arial"/>
              <a:sym typeface="Arial"/>
            </a:endParaRPr>
          </a:p>
          <a:p>
            <a:pPr indent="0" lvl="0" marL="0" rtl="0" algn="l">
              <a:spcBef>
                <a:spcPts val="0"/>
              </a:spcBef>
              <a:spcAft>
                <a:spcPts val="0"/>
              </a:spcAft>
              <a:buNone/>
            </a:pPr>
            <a:r>
              <a:t/>
            </a:r>
            <a:endParaRPr b="1" sz="1200">
              <a:latin typeface="Arial"/>
              <a:ea typeface="Arial"/>
              <a:cs typeface="Arial"/>
              <a:sym typeface="Arial"/>
            </a:endParaRPr>
          </a:p>
        </p:txBody>
      </p:sp>
      <p:sp>
        <p:nvSpPr>
          <p:cNvPr id="455" name="Google Shape;455;p50"/>
          <p:cNvSpPr txBox="1"/>
          <p:nvPr>
            <p:ph idx="1" type="subTitle"/>
          </p:nvPr>
        </p:nvSpPr>
        <p:spPr>
          <a:xfrm>
            <a:off x="151750" y="228600"/>
            <a:ext cx="79053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400">
                <a:latin typeface="Arial"/>
                <a:ea typeface="Arial"/>
                <a:cs typeface="Arial"/>
                <a:sym typeface="Arial"/>
              </a:rPr>
              <a:t>Business Problem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